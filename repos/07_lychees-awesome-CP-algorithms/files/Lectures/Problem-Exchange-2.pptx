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1/18/2018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3AACFF-D27A-46A8-86A0-7FCD5F2BB5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2018.01.10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BC25C3C-B0A5-4D6C-A59D-E2857E06A5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err="1"/>
              <a:t>zsy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4278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EB3078-AEAC-420C-B747-A32F3A71F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Axes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7DB716-43F5-45F9-B0C2-B4C2902A8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给定一个</a:t>
            </a:r>
            <a:r>
              <a:rPr lang="en-US" altLang="zh-CN" dirty="0"/>
              <a:t>N</a:t>
            </a:r>
            <a:r>
              <a:rPr lang="zh-CN" altLang="en-US" dirty="0"/>
              <a:t>边形，求其对称轴数量。</a:t>
            </a:r>
            <a:endParaRPr lang="en-US" altLang="zh-CN" dirty="0"/>
          </a:p>
          <a:p>
            <a:r>
              <a:rPr lang="en-US" altLang="zh-CN" dirty="0"/>
              <a:t>N &lt;= 10^5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3985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7E5985-25F1-4205-A4DA-3BB6A84F7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Axes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97B4D4-EEFD-42B9-85A5-98EB180BE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POI2007</a:t>
            </a:r>
          </a:p>
          <a:p>
            <a:r>
              <a:rPr lang="zh-CN" altLang="en-US" dirty="0"/>
              <a:t>考虑对称不变量：用边长和角度序列化</a:t>
            </a:r>
          </a:p>
        </p:txBody>
      </p:sp>
    </p:spTree>
    <p:extLst>
      <p:ext uri="{BB962C8B-B14F-4D97-AF65-F5344CB8AC3E}">
        <p14:creationId xmlns:p14="http://schemas.microsoft.com/office/powerpoint/2010/main" val="4054746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BCACD6-8083-47C4-97C3-263BD52B4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Square I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CEC10F-FDD3-431E-9C6B-29CAF33B1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给定二维平面上的</a:t>
            </a:r>
            <a:r>
              <a:rPr lang="en-US" altLang="zh-CN" dirty="0"/>
              <a:t>n</a:t>
            </a:r>
            <a:r>
              <a:rPr lang="zh-CN" altLang="en-US" dirty="0"/>
              <a:t>个黑点和</a:t>
            </a:r>
            <a:r>
              <a:rPr lang="en-US" altLang="zh-CN" dirty="0"/>
              <a:t>m</a:t>
            </a:r>
            <a:r>
              <a:rPr lang="zh-CN" altLang="en-US" dirty="0"/>
              <a:t>个白点，求以黑点为左下角白点为右上角的矩形面积的最大值。</a:t>
            </a:r>
            <a:endParaRPr lang="en-US" altLang="zh-CN" dirty="0"/>
          </a:p>
          <a:p>
            <a:r>
              <a:rPr lang="en-US" altLang="zh-CN" dirty="0"/>
              <a:t>n, m &lt;= 10^5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9676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FE9FB1-556C-477C-9708-C1772EBC1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Square I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11EFA5-36D4-4EB7-8E4A-248314117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WF2017 Money for Nothing</a:t>
            </a:r>
          </a:p>
          <a:p>
            <a:r>
              <a:rPr lang="zh-CN" altLang="en-US" dirty="0"/>
              <a:t>求出轮廓线</a:t>
            </a:r>
            <a:endParaRPr lang="en-US" altLang="zh-CN" dirty="0"/>
          </a:p>
          <a:p>
            <a:r>
              <a:rPr lang="zh-CN" altLang="en-US" dirty="0"/>
              <a:t>决策单调</a:t>
            </a:r>
          </a:p>
        </p:txBody>
      </p:sp>
    </p:spTree>
    <p:extLst>
      <p:ext uri="{BB962C8B-B14F-4D97-AF65-F5344CB8AC3E}">
        <p14:creationId xmlns:p14="http://schemas.microsoft.com/office/powerpoint/2010/main" val="2957535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06A8F-B9F2-4112-959D-D2FAF841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Square II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5BF4A2-3B54-4B46-AA68-118DD3B4B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给定二维平面上的</a:t>
            </a:r>
            <a:r>
              <a:rPr lang="en-US" altLang="zh-CN" dirty="0"/>
              <a:t>n</a:t>
            </a:r>
            <a:r>
              <a:rPr lang="zh-CN" altLang="en-US" dirty="0"/>
              <a:t>个黑点和</a:t>
            </a:r>
            <a:r>
              <a:rPr lang="en-US" altLang="zh-CN" dirty="0"/>
              <a:t>n</a:t>
            </a:r>
            <a:r>
              <a:rPr lang="zh-CN" altLang="en-US" dirty="0"/>
              <a:t>个白点，你需要将它们一一对应，每对点形成一个矩形，要求这些矩形不能相交不能重叠。构造一种方案或输出无解。</a:t>
            </a:r>
            <a:endParaRPr lang="en-US" altLang="zh-CN" dirty="0"/>
          </a:p>
          <a:p>
            <a:r>
              <a:rPr lang="en-US" altLang="zh-CN" dirty="0"/>
              <a:t>n &lt;= 10^5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52257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6A2FD4-88E0-41B9-979A-70F35F696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Square II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174C64-C1E6-402A-9BE3-1E7C9A45D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WF2017 Visual Python++</a:t>
            </a:r>
          </a:p>
          <a:p>
            <a:r>
              <a:rPr lang="zh-CN" altLang="en-US" dirty="0"/>
              <a:t>贪心</a:t>
            </a:r>
            <a:endParaRPr lang="en-US" altLang="zh-CN" dirty="0"/>
          </a:p>
          <a:p>
            <a:r>
              <a:rPr lang="zh-CN" altLang="en-US" dirty="0"/>
              <a:t>最近邻匹配</a:t>
            </a:r>
          </a:p>
        </p:txBody>
      </p:sp>
    </p:spTree>
    <p:extLst>
      <p:ext uri="{BB962C8B-B14F-4D97-AF65-F5344CB8AC3E}">
        <p14:creationId xmlns:p14="http://schemas.microsoft.com/office/powerpoint/2010/main" val="143198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863606-582C-439B-B05B-FE3B8512F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GCD I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7BF6C3-65AB-4CBF-9A84-416A7ACED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在一个四连通的二维网格图中，格点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, j)</a:t>
            </a:r>
            <a:r>
              <a:rPr lang="zh-CN" altLang="en-US" dirty="0"/>
              <a:t>的点权为</a:t>
            </a: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, j)</a:t>
            </a:r>
            <a:r>
              <a:rPr lang="zh-CN" altLang="en-US" dirty="0"/>
              <a:t>，求</a:t>
            </a:r>
            <a:r>
              <a:rPr lang="en-US" altLang="zh-CN" dirty="0"/>
              <a:t>(1, 1)</a:t>
            </a:r>
            <a:r>
              <a:rPr lang="zh-CN" altLang="en-US" dirty="0"/>
              <a:t>到</a:t>
            </a:r>
            <a:r>
              <a:rPr lang="en-US" altLang="zh-CN" dirty="0"/>
              <a:t>(x, y)</a:t>
            </a:r>
            <a:r>
              <a:rPr lang="zh-CN" altLang="en-US" dirty="0"/>
              <a:t>的最短路。</a:t>
            </a:r>
          </a:p>
        </p:txBody>
      </p:sp>
    </p:spTree>
    <p:extLst>
      <p:ext uri="{BB962C8B-B14F-4D97-AF65-F5344CB8AC3E}">
        <p14:creationId xmlns:p14="http://schemas.microsoft.com/office/powerpoint/2010/main" val="2823104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7AEA12-654D-4D19-989D-C73C41156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GCD I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32A9BB-BD20-445F-ADE7-CCECDB3D8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观察性质</a:t>
            </a:r>
            <a:endParaRPr lang="en-US" altLang="zh-CN" dirty="0"/>
          </a:p>
          <a:p>
            <a:r>
              <a:rPr lang="zh-CN" altLang="en-US" dirty="0"/>
              <a:t>可以立刻到达质数点</a:t>
            </a:r>
          </a:p>
        </p:txBody>
      </p:sp>
    </p:spTree>
    <p:extLst>
      <p:ext uri="{BB962C8B-B14F-4D97-AF65-F5344CB8AC3E}">
        <p14:creationId xmlns:p14="http://schemas.microsoft.com/office/powerpoint/2010/main" val="3156985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82290B-B7F3-4E05-9C6F-181DD5F4C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GCD II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C122F1-6C81-4B7E-99BE-96E3EA8A2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共</a:t>
            </a:r>
            <a:r>
              <a:rPr lang="en-US" altLang="zh-CN" dirty="0"/>
              <a:t>N</a:t>
            </a:r>
            <a:r>
              <a:rPr lang="zh-CN" altLang="en-US" dirty="0"/>
              <a:t>个点，第</a:t>
            </a:r>
            <a:r>
              <a:rPr lang="en-US" altLang="zh-CN" dirty="0" err="1"/>
              <a:t>i</a:t>
            </a:r>
            <a:r>
              <a:rPr lang="zh-CN" altLang="en-US" dirty="0"/>
              <a:t>个点与第</a:t>
            </a:r>
            <a:r>
              <a:rPr lang="en-US" altLang="zh-CN" dirty="0"/>
              <a:t>j</a:t>
            </a:r>
            <a:r>
              <a:rPr lang="zh-CN" altLang="en-US" dirty="0"/>
              <a:t>个点间有边相连当且仅当</a:t>
            </a:r>
            <a:r>
              <a:rPr lang="en-US" altLang="zh-CN" dirty="0" err="1"/>
              <a:t>i</a:t>
            </a:r>
            <a:r>
              <a:rPr lang="zh-CN" altLang="en-US" dirty="0"/>
              <a:t>与</a:t>
            </a:r>
            <a:r>
              <a:rPr lang="en-US" altLang="zh-CN" dirty="0"/>
              <a:t>j</a:t>
            </a:r>
            <a:r>
              <a:rPr lang="zh-CN" altLang="en-US" dirty="0"/>
              <a:t>不互质。构造一个最大匹配。</a:t>
            </a:r>
            <a:endParaRPr lang="en-US" altLang="zh-CN" dirty="0"/>
          </a:p>
          <a:p>
            <a:r>
              <a:rPr lang="en-US" altLang="zh-CN" dirty="0"/>
              <a:t>N &lt;= 10^5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6972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FDFBF3-A3EB-4A74-9756-972A1D1CA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GCD II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9E0563-9BB0-4DAC-A4F3-54FBFC12E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按最小质因子分类</a:t>
            </a:r>
          </a:p>
          <a:p>
            <a:r>
              <a:rPr lang="zh-CN" altLang="en-US" dirty="0"/>
              <a:t>余下偶数点互连</a:t>
            </a:r>
          </a:p>
        </p:txBody>
      </p:sp>
    </p:spTree>
    <p:extLst>
      <p:ext uri="{BB962C8B-B14F-4D97-AF65-F5344CB8AC3E}">
        <p14:creationId xmlns:p14="http://schemas.microsoft.com/office/powerpoint/2010/main" val="2332154919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284</TotalTime>
  <Words>241</Words>
  <Application>Microsoft Office PowerPoint</Application>
  <PresentationFormat>宽屏</PresentationFormat>
  <Paragraphs>33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方正姚体</vt:lpstr>
      <vt:lpstr>华文新魏</vt:lpstr>
      <vt:lpstr>Arial</vt:lpstr>
      <vt:lpstr>Trebuchet MS</vt:lpstr>
      <vt:lpstr>Wingdings 3</vt:lpstr>
      <vt:lpstr>平面</vt:lpstr>
      <vt:lpstr>2018.01.10</vt:lpstr>
      <vt:lpstr>Axes</vt:lpstr>
      <vt:lpstr>Axes</vt:lpstr>
      <vt:lpstr>Square I</vt:lpstr>
      <vt:lpstr>Square I</vt:lpstr>
      <vt:lpstr>Square II</vt:lpstr>
      <vt:lpstr>Square II</vt:lpstr>
      <vt:lpstr>GCD I</vt:lpstr>
      <vt:lpstr>GCD I</vt:lpstr>
      <vt:lpstr>GCD II</vt:lpstr>
      <vt:lpstr>GCD II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2018.01.03</dc:title>
  <dc:creator>Shengyu Zhao</dc:creator>
  <cp:lastModifiedBy>Shengyu Zhao</cp:lastModifiedBy>
  <cp:revision>24</cp:revision>
  <dcterms:created xsi:type="dcterms:W3CDTF">2018-01-02T17:00:15Z</dcterms:created>
  <dcterms:modified xsi:type="dcterms:W3CDTF">2018-01-17T18:04:48Z</dcterms:modified>
</cp:coreProperties>
</file>