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2" r:id="rId6"/>
    <p:sldId id="263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987" autoAdjust="0"/>
    <p:restoredTop sz="94660"/>
  </p:normalViewPr>
  <p:slideViewPr>
    <p:cSldViewPr snapToGrid="0">
      <p:cViewPr varScale="1">
        <p:scale>
          <a:sx n="72" d="100"/>
          <a:sy n="72" d="100"/>
        </p:scale>
        <p:origin x="-618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pPr/>
              <a:t>1/3/2018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pPr/>
              <a:t>1/3/2018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pPr/>
              <a:t>1/3/2018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1/3/2018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pPr/>
              <a:t>1/3/2018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743AACFF-D27A-46A8-86A0-7FCD5F2BB5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2018.01.03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xmlns="" id="{8BC25C3C-B0A5-4D6C-A59D-E2857E06A5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 err="1"/>
              <a:t>zsy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xmlns="" val="2114278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BD95025C-3BF3-4307-849D-283EECFE2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Interesting Problem I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25B20308-F8D6-4934-9FFB-61BBED5425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给定</a:t>
            </a:r>
            <a:r>
              <a:rPr lang="en-US" altLang="zh-CN" dirty="0"/>
              <a:t>N</a:t>
            </a:r>
            <a:r>
              <a:rPr lang="zh-CN" altLang="en-US" dirty="0"/>
              <a:t>个区间，选取一个子集，使得每个点最多被覆盖</a:t>
            </a:r>
            <a:r>
              <a:rPr lang="en-US" altLang="zh-CN" dirty="0"/>
              <a:t>K</a:t>
            </a:r>
            <a:r>
              <a:rPr lang="zh-CN" altLang="en-US" dirty="0"/>
              <a:t>次。问最多选取多少个区间。</a:t>
            </a:r>
            <a:endParaRPr lang="en-US" altLang="zh-CN" dirty="0"/>
          </a:p>
          <a:p>
            <a:r>
              <a:rPr lang="en-US" altLang="zh-CN" dirty="0"/>
              <a:t>N, K &lt;= 10^5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xmlns="" val="742163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9A8A6AAF-921E-40AD-85EB-4B0861DC0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Interesting Problem I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CEC05C17-693B-46E2-9982-EFFA379780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按右端点排序，贪心</a:t>
            </a:r>
          </a:p>
        </p:txBody>
      </p:sp>
    </p:spTree>
    <p:extLst>
      <p:ext uri="{BB962C8B-B14F-4D97-AF65-F5344CB8AC3E}">
        <p14:creationId xmlns:p14="http://schemas.microsoft.com/office/powerpoint/2010/main" xmlns="" val="2777939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843C98B0-3413-4D90-9482-2F86FE482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Interesting Problem III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C9821E8C-CB8D-4B33-B1EB-30AFD43B1A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N*M</a:t>
            </a:r>
            <a:r>
              <a:rPr lang="zh-CN" altLang="en-US" dirty="0"/>
              <a:t>的格子，每个格子里有一个数。你每次可以交互地询问一个格子中的数，任务是找到任意一个极值点。保证没有相同的数。</a:t>
            </a:r>
            <a:endParaRPr lang="en-US" altLang="zh-CN" dirty="0"/>
          </a:p>
          <a:p>
            <a:r>
              <a:rPr lang="en-US" altLang="zh-CN" dirty="0"/>
              <a:t>N, M &lt;= 1000</a:t>
            </a:r>
            <a:r>
              <a:rPr lang="zh-CN" altLang="en-US" dirty="0"/>
              <a:t>，最多</a:t>
            </a:r>
            <a:r>
              <a:rPr lang="en-US" altLang="zh-CN" dirty="0"/>
              <a:t>10000</a:t>
            </a:r>
            <a:r>
              <a:rPr lang="zh-CN" altLang="en-US" dirty="0"/>
              <a:t>次询问。</a:t>
            </a:r>
          </a:p>
        </p:txBody>
      </p:sp>
    </p:spTree>
    <p:extLst>
      <p:ext uri="{BB962C8B-B14F-4D97-AF65-F5344CB8AC3E}">
        <p14:creationId xmlns:p14="http://schemas.microsoft.com/office/powerpoint/2010/main" xmlns="" val="1623300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2F996A5E-4290-43AA-94B9-0F0CB0304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Interesting Problem III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BC5DB37A-A039-4339-AE58-D4F8440CC6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切一刀，分治</a:t>
            </a:r>
            <a:endParaRPr lang="en-US" altLang="zh-CN" dirty="0"/>
          </a:p>
          <a:p>
            <a:r>
              <a:rPr lang="zh-CN" altLang="en-US" dirty="0"/>
              <a:t>找到最小值判断流向</a:t>
            </a:r>
          </a:p>
        </p:txBody>
      </p:sp>
    </p:spTree>
    <p:extLst>
      <p:ext uri="{BB962C8B-B14F-4D97-AF65-F5344CB8AC3E}">
        <p14:creationId xmlns:p14="http://schemas.microsoft.com/office/powerpoint/2010/main" xmlns="" val="451288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CEBFFD93-BA14-4908-8D5B-3ED4EE7B1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 Simple Problem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C5A1CACA-AA90-4922-B93B-A541658637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给定一个集合包含</a:t>
            </a:r>
            <a:r>
              <a:rPr lang="en-US" altLang="zh-CN" dirty="0"/>
              <a:t>N</a:t>
            </a:r>
            <a:r>
              <a:rPr lang="zh-CN" altLang="en-US" dirty="0" smtClean="0"/>
              <a:t>个</a:t>
            </a:r>
            <a:r>
              <a:rPr lang="zh-CN" altLang="en-US" dirty="0" smtClean="0"/>
              <a:t>正</a:t>
            </a:r>
            <a:r>
              <a:rPr lang="zh-CN" altLang="en-US" dirty="0" smtClean="0"/>
              <a:t>整数</a:t>
            </a:r>
            <a:r>
              <a:rPr lang="zh-CN" altLang="en-US" dirty="0"/>
              <a:t>，求最小的不能表示成一个子集之和</a:t>
            </a:r>
            <a:r>
              <a:rPr lang="zh-CN" altLang="en-US" dirty="0" smtClean="0"/>
              <a:t>的正整数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en-US" altLang="zh-CN" dirty="0"/>
              <a:t>N &lt;= 10^5</a:t>
            </a:r>
          </a:p>
        </p:txBody>
      </p:sp>
    </p:spTree>
    <p:extLst>
      <p:ext uri="{BB962C8B-B14F-4D97-AF65-F5344CB8AC3E}">
        <p14:creationId xmlns:p14="http://schemas.microsoft.com/office/powerpoint/2010/main" xmlns="" val="3575477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37A0F7A0-7126-4572-BB3E-D422B3C14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 Simple Problem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094F650B-1C41-4BF8-8BF9-491CB1CC22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从小到大考虑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xmlns="" val="1347672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909F840C-1294-4204-97A2-655E76BDC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City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29B85210-8884-4857-A82C-DA6233ECCE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无限网格地图</a:t>
            </a:r>
            <a:r>
              <a:rPr lang="zh-CN" altLang="en-US" dirty="0"/>
              <a:t>上有</a:t>
            </a:r>
            <a:r>
              <a:rPr lang="en-US" altLang="zh-CN" dirty="0"/>
              <a:t>N</a:t>
            </a:r>
            <a:r>
              <a:rPr lang="zh-CN" altLang="en-US" dirty="0"/>
              <a:t>个黑色格子，其余是白色格子，满足所有黑色格子四连通且所有白色格子四连通。求所有黑色格子对之间只经过黑色格子的最短路径之和。</a:t>
            </a:r>
            <a:endParaRPr lang="en-US" altLang="zh-CN" dirty="0"/>
          </a:p>
          <a:p>
            <a:r>
              <a:rPr lang="en-US" altLang="zh-CN" dirty="0"/>
              <a:t>N &lt;= 10^5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xmlns="" val="2372605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B654484C-0F4E-470A-A5DB-B54A1F21E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City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4B13C317-EC8E-44C0-AFFC-1FA4D8C863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IOI2012 city</a:t>
            </a:r>
          </a:p>
          <a:p>
            <a:r>
              <a:rPr lang="zh-CN" altLang="en-US" dirty="0"/>
              <a:t>考虑经过每条横线</a:t>
            </a:r>
            <a:r>
              <a:rPr lang="en-US" altLang="zh-CN" dirty="0"/>
              <a:t>/</a:t>
            </a:r>
            <a:r>
              <a:rPr lang="zh-CN" altLang="en-US" dirty="0"/>
              <a:t>纵线的路径数</a:t>
            </a:r>
          </a:p>
        </p:txBody>
      </p:sp>
    </p:spTree>
    <p:extLst>
      <p:ext uri="{BB962C8B-B14F-4D97-AF65-F5344CB8AC3E}">
        <p14:creationId xmlns:p14="http://schemas.microsoft.com/office/powerpoint/2010/main" xmlns="" val="888892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平面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250</TotalTime>
  <Words>208</Words>
  <Application>Microsoft Office PowerPoint</Application>
  <PresentationFormat>自定义</PresentationFormat>
  <Paragraphs>24</Paragraphs>
  <Slides>9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0" baseType="lpstr">
      <vt:lpstr>平面</vt:lpstr>
      <vt:lpstr>2018.01.03</vt:lpstr>
      <vt:lpstr>Interesting Problem I</vt:lpstr>
      <vt:lpstr>Interesting Problem I</vt:lpstr>
      <vt:lpstr>Interesting Problem III</vt:lpstr>
      <vt:lpstr>Interesting Problem III</vt:lpstr>
      <vt:lpstr>A Simple Problem</vt:lpstr>
      <vt:lpstr>A Simple Problem</vt:lpstr>
      <vt:lpstr>City</vt:lpstr>
      <vt:lpstr>City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2018.01.03</dc:title>
  <dc:creator>Shengyu Zhao</dc:creator>
  <cp:lastModifiedBy>Administrator</cp:lastModifiedBy>
  <cp:revision>14</cp:revision>
  <dcterms:created xsi:type="dcterms:W3CDTF">2018-01-02T17:00:15Z</dcterms:created>
  <dcterms:modified xsi:type="dcterms:W3CDTF">2018-01-03T12:40:35Z</dcterms:modified>
</cp:coreProperties>
</file>